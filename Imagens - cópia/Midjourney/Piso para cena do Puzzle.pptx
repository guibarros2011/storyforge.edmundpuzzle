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94"/>
  </p:normalViewPr>
  <p:slideViewPr>
    <p:cSldViewPr snapToGrid="0">
      <p:cViewPr>
        <p:scale>
          <a:sx n="149" d="100"/>
          <a:sy n="149" d="100"/>
        </p:scale>
        <p:origin x="-16" y="-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F52BF-C964-91F1-BDCB-61DD9A2BA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128C4-A25F-40BC-97AB-0D9D3F67E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MX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F5F80A-76BF-F4EC-4D91-ED4C6441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D37678-4C1A-95E5-F447-8B613BD3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B92D9-74E3-5E7A-5706-50512B8A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409958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E0F3E-FEA1-62E8-7A02-F169452C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52E95-8098-1234-67D4-37C50E3B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70D3C1-0BE1-289C-C796-E7208FC6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DA4595-180D-5903-263D-3913BDE2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DB0B63-A133-5683-A95E-B223DC23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14899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447B1-B941-EF1C-B17B-E65BD1F2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9E26B0-2134-8104-0423-EDB589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B66744-414E-FD69-F676-5AFF2883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FBC094-64F3-4FC9-02FF-4DBFC489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4B1B5-7FFE-3627-C750-8675B604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23997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93784-D537-D913-9034-34C4441C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872280-0319-5C88-2313-753CE160E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A909FE-55C3-2E69-1EA3-6980F6963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7C920B-B8E7-2197-9FB3-E1CC6708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E20F6C-E295-FF8D-9823-87BA1B5C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7AE106-BA94-B662-7462-A3D7BC33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2973101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96E58-049F-0D39-7033-D5E39ABB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0C2708-840F-74FF-AB30-90AB62A90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7C83BF-189A-C2C8-04B4-330CDC819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A6578C-B518-1726-7BA2-BB7984D0A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24EE374-1A64-3615-505D-800699146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5D9AE2-F2F1-1A33-1B7D-F7DA0FB0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DC64CA-1EB0-C83B-70CD-1EDAC007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73A9F1-9088-CE28-FDD0-F653B821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169561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70252-FDC3-5869-FD38-92CD7479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E50ABF-36CA-33FF-4025-D3514251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DC229A-69EB-5B13-B032-7BFBCD32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DE60BA-3D00-B56A-55C8-081DFFBB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331427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C10836-CCD9-8BC3-CB5B-E6C88EED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95EA2A-3AF1-463E-5CA2-0FCD5B16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279D8C-F663-16B4-30EE-23AE5D0A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1311504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F5554-D626-A2E9-2F91-390D3677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200BE6-F95C-38C4-44B5-BA8C0703F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7651ED-EEDC-CA6C-3A87-903E13B96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069D2-C13E-66F2-0342-ED7763C9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F0C18C-C52F-BF89-45A8-4619D122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A1B7C8-26F1-892A-C6A0-503F4E7D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167294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65357-0DDE-EFD6-D12A-5E364D60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2453B2-4AAE-2508-92AB-4D9875C93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MX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A64714-BE52-CF47-4E02-26835EAF0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82C021-5BA5-F2F9-3B9C-F25C9F32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953BE7-E9AD-6C9B-19E2-C15E60D3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8EA1ED-72B6-53EC-4BFD-2771C301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163053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3CCC3-9037-B1CB-172C-D4AFF529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8875A1-9DB4-CBEC-0CEA-05D017F8F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0A1F45-E9A4-9ED8-FBE3-5CEF4014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D899E0-FCD4-49BC-BEEF-F7F373F4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43231A-08AA-14E9-9D13-FA0D43B0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64350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055D24-B555-8DF9-8736-45FF7C47A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367996-4651-6860-DF85-FC2BA0FB3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D68876-FB6E-5B86-A070-76A4CBAC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A9713-BAF4-3885-8BD2-99CE6C93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E85035-3F7B-C728-88C5-AACD1D4C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411647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55697F-1263-5C15-D14F-A29E7B2E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MX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D6252-F18E-483E-EF86-F83BE15F1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MX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956CA-908C-391D-B9E3-0FE4872B2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B7513-8452-A54F-8C83-B041E4631BE0}" type="datetimeFigureOut">
              <a:rPr lang="pt-MX" smtClean="0"/>
              <a:t>05/01/23</a:t>
            </a:fld>
            <a:endParaRPr lang="pt-MX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43C5D8-344B-F8E2-E15C-235AADFBF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MX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BFD8D2-6D1A-51B3-5D20-A4A2E414F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F878E-F430-AB47-A932-5F28D28C28E3}" type="slidenum">
              <a:rPr lang="pt-MX" smtClean="0"/>
              <a:t>‹nº›</a:t>
            </a:fld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53585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chuva, natureza, edifício, quebra-cabeça&#10;&#10;Descrição gerada automaticamente">
            <a:extLst>
              <a:ext uri="{FF2B5EF4-FFF2-40B4-BE49-F238E27FC236}">
                <a16:creationId xmlns:a16="http://schemas.microsoft.com/office/drawing/2014/main" id="{3DD51C59-1729-D239-5A34-F36C5045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708" y="1751067"/>
            <a:ext cx="5080000" cy="5106933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4200000">
              <a:rot lat="17246576" lon="965220" rev="20736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sp>
        <p:nvSpPr>
          <p:cNvPr id="6" name="Cubo 5">
            <a:extLst>
              <a:ext uri="{FF2B5EF4-FFF2-40B4-BE49-F238E27FC236}">
                <a16:creationId xmlns:a16="http://schemas.microsoft.com/office/drawing/2014/main" id="{4007CC24-2DEE-54AE-2AD2-B04D8A028DAB}"/>
              </a:ext>
            </a:extLst>
          </p:cNvPr>
          <p:cNvSpPr/>
          <p:nvPr/>
        </p:nvSpPr>
        <p:spPr>
          <a:xfrm>
            <a:off x="4638505" y="3536795"/>
            <a:ext cx="531341" cy="389238"/>
          </a:xfrm>
          <a:prstGeom prst="cube">
            <a:avLst/>
          </a:prstGeom>
          <a:solidFill>
            <a:schemeClr val="accent4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X"/>
          </a:p>
        </p:txBody>
      </p:sp>
      <p:sp>
        <p:nvSpPr>
          <p:cNvPr id="7" name="Cubo 6">
            <a:extLst>
              <a:ext uri="{FF2B5EF4-FFF2-40B4-BE49-F238E27FC236}">
                <a16:creationId xmlns:a16="http://schemas.microsoft.com/office/drawing/2014/main" id="{BE082CDF-CC7B-4A95-D604-FB56F72A10F8}"/>
              </a:ext>
            </a:extLst>
          </p:cNvPr>
          <p:cNvSpPr/>
          <p:nvPr/>
        </p:nvSpPr>
        <p:spPr>
          <a:xfrm>
            <a:off x="4873083" y="3234381"/>
            <a:ext cx="259592" cy="389238"/>
          </a:xfrm>
          <a:prstGeom prst="cube">
            <a:avLst/>
          </a:prstGeom>
          <a:solidFill>
            <a:schemeClr val="accent4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7CB9DA48-673F-17CE-8180-019ADA72C057}"/>
              </a:ext>
            </a:extLst>
          </p:cNvPr>
          <p:cNvSpPr/>
          <p:nvPr/>
        </p:nvSpPr>
        <p:spPr>
          <a:xfrm>
            <a:off x="4224453" y="3536795"/>
            <a:ext cx="531341" cy="389238"/>
          </a:xfrm>
          <a:prstGeom prst="cube">
            <a:avLst/>
          </a:prstGeom>
          <a:solidFill>
            <a:schemeClr val="accent4">
              <a:lumMod val="75000"/>
              <a:alpha val="35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X"/>
          </a:p>
        </p:txBody>
      </p:sp>
    </p:spTree>
    <p:extLst>
      <p:ext uri="{BB962C8B-B14F-4D97-AF65-F5344CB8AC3E}">
        <p14:creationId xmlns:p14="http://schemas.microsoft.com/office/powerpoint/2010/main" val="3774911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 2013 - 2022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Adriano Gilberti | Transcender Studios</dc:creator>
  <cp:lastModifiedBy>Adriano Gilberti | Transcender Studios</cp:lastModifiedBy>
  <cp:revision>1</cp:revision>
  <dcterms:created xsi:type="dcterms:W3CDTF">2023-01-05T14:28:16Z</dcterms:created>
  <dcterms:modified xsi:type="dcterms:W3CDTF">2023-01-06T00:53:31Z</dcterms:modified>
</cp:coreProperties>
</file>